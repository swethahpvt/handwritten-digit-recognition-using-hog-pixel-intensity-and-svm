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5E-48C3-A8AF-610B141CBB5A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5E-48C3-A8AF-610B141CBB5A}"/>
              </c:ext>
            </c:extLst>
          </c:dPt>
          <c:dPt>
            <c:idx val="2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5E-48C3-A8AF-610B141CBB5A}"/>
              </c:ext>
            </c:extLst>
          </c:dPt>
          <c:dPt>
            <c:idx val="3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5E-48C3-A8AF-610B141CBB5A}"/>
              </c:ext>
            </c:extLst>
          </c:dPt>
          <c:dPt>
            <c:idx val="4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5E-48C3-A8AF-610B141CBB5A}"/>
              </c:ext>
            </c:extLst>
          </c:dPt>
          <c:dPt>
            <c:idx val="5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5E-48C3-A8AF-610B141CBB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Pixel+SVM</c:v>
                </c:pt>
                <c:pt idx="1">
                  <c:v>Pixel+KNN</c:v>
                </c:pt>
                <c:pt idx="2">
                  <c:v>HOG+LR</c:v>
                </c:pt>
                <c:pt idx="3">
                  <c:v>HOG+SVM</c:v>
                </c:pt>
                <c:pt idx="4">
                  <c:v>Pixel+RF</c:v>
                </c:pt>
                <c:pt idx="5">
                  <c:v>HOG+KNN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98.1</c:v>
                </c:pt>
                <c:pt idx="1">
                  <c:v>97.4</c:v>
                </c:pt>
                <c:pt idx="2">
                  <c:v>96.7</c:v>
                </c:pt>
                <c:pt idx="3">
                  <c:v>95.6</c:v>
                </c:pt>
                <c:pt idx="4">
                  <c:v>95.2</c:v>
                </c:pt>
                <c:pt idx="5">
                  <c:v>95.7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5E-48C3-A8AF-610B141CBB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82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56032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74320"/>
            <a:ext cx="256032" cy="256032"/>
          </a:xfrm>
          <a:prstGeom prst="rect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4320"/>
            <a:ext cx="256032" cy="25603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74320"/>
            <a:ext cx="256032" cy="256032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74320"/>
            <a:ext cx="256032" cy="2560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74320"/>
            <a:ext cx="256032" cy="256032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274320"/>
            <a:ext cx="256032" cy="2560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74320"/>
            <a:ext cx="256032" cy="256032"/>
          </a:xfrm>
          <a:prstGeom prst="rect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DIGIT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HOG, Pixel Intensity &amp; Support Vector Machine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 •  SVM Classification  •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Accuracy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01000" y="914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95360" y="914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1228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0664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0100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9536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  |  Python 3.11  |  Streamlit Web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1097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685800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handwritten digits (0–9) from the MNIST dataset using machine learning techniques combining feature extraction and SVM classification.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feature extraction methods — Pixel Intensity, HOG, and Zernike Moments — across four classifiers to identify the best combination.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6858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Pixel + SVM achieves 98.1% accuracy, deployed as an interactive Streamlit web app accessible via live demo.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202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 of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19202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868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of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822960"/>
            <a:ext cx="19202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68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0–9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8595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Class Distribution  &amp;  Image Format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87552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17904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1790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7904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48256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048256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78608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78608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08960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10896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39312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39312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69664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966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169664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0016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700016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230368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30368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0" y="2834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 pixels (784 features)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Range: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255 (grayscale)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to [0, 1] for training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 values from 28×28 images normalized to [0,1], flattened to 784 features. PCA reduces to 75 components for efficient classification.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246888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784 features → PCA → 75 components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(98.1%)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fine-grained detail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777240"/>
            <a:ext cx="2743200" cy="91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96012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60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 captures edge structure. Parameters: pixels_per_cell=(4,4), cells_per_block=(2,2), orientations=9.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880360"/>
            <a:ext cx="2468880" cy="292608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&amp; gradient 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thickness variations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accuracy (95.6%)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generalization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777240"/>
            <a:ext cx="274320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96012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960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Zernike Moments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global shape information using orthogonal polynomials. Parameters: radius=10, degree=8. Rotation-invariant representation.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2880360"/>
            <a:ext cx="2468880" cy="292608"/>
          </a:xfrm>
          <a:prstGeom prst="rect">
            <a:avLst/>
          </a:prstGeom>
          <a:solidFill>
            <a:srgbClr val="475569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radius=10, degree=8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Rotation-invariant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shape info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accuracy (84.9%)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Intensity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Zernike Moments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365760" y="3566160"/>
          <a:ext cx="84124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PREDICTION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08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handwritten digit image via Streamlit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148840"/>
            <a:ext cx="2011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822960"/>
            <a:ext cx="1508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05456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196596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grayscale, resize to 28×28 pixels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3008" y="2148840"/>
            <a:ext cx="2011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822960"/>
            <a:ext cx="1508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85616" y="196596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from 0–255 to [0, 1]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02936" y="2148840"/>
            <a:ext cx="2011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822960"/>
            <a:ext cx="1508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25312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95544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95544" y="196596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784 features → reduce to 75 principal components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12864" y="2148840"/>
            <a:ext cx="2011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822960"/>
            <a:ext cx="1508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35240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5472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Predict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05472" y="196596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SVM classifier outputs digit class (0–9)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Digit (0–9)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Model Accuracy: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Framework: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SVM + PCA +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PROJECT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229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22960"/>
            <a:ext cx="109728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32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PCA, 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22960"/>
            <a:ext cx="109728" cy="914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32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20240"/>
            <a:ext cx="109728" cy="914400"/>
          </a:xfrm>
          <a:prstGeom prst="rect">
            <a:avLst/>
          </a:prstGeom>
          <a:solidFill>
            <a:srgbClr val="4C8CBF"/>
          </a:solidFill>
          <a:ln w="12700">
            <a:solidFill>
              <a:srgbClr val="4C8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920240"/>
            <a:ext cx="10972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92024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digit dataset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8595360" cy="1783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Streamlit web application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code.ipynb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Full experimentation notebook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model.pkl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Trained Pixel SVM model + PCA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Python dependencies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runtime.txt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Python version for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DEMO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572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(Free Web Service)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4572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04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Command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572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 --server.port $PORT --server.address 0.0.0.0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4572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76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777240"/>
            <a:ext cx="3291840" cy="4114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3017520" cy="347472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435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103120"/>
            <a:ext cx="3017520" cy="347472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1214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&lt;project-folder&gt;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788920"/>
            <a:ext cx="3017520" cy="347472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8072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3474720"/>
            <a:ext cx="3017520" cy="347472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app.py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Pixel + SVM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accuracy — the highest among all 12 feature-classifier combinations tested on MNIST.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402336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 outperforms HOG and Zernike Moments. PCA dimensionality reduction is key to efficiency.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Accessible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 app on Render lets anyone upload a digit image and receive a real-time prediction.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402336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across 3 features × 4 classifiers provides clear insights for digit recognition tasks.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74D00-5BB1-A87D-8D90-F41835A2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4" y="680313"/>
            <a:ext cx="8418437" cy="427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4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715</Words>
  <Application>Microsoft Office PowerPoint</Application>
  <PresentationFormat>On-screen Show (16:9)</PresentationFormat>
  <Paragraphs>174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Recognition Using HOG, Pixel Intensity, and SVM</dc:title>
  <dc:subject>PptxGenJS Presentation</dc:subject>
  <dc:creator>PptxGenJS</dc:creator>
  <cp:lastModifiedBy>hibamadathil@gmail.com</cp:lastModifiedBy>
  <cp:revision>3</cp:revision>
  <dcterms:created xsi:type="dcterms:W3CDTF">2026-04-20T10:58:38Z</dcterms:created>
  <dcterms:modified xsi:type="dcterms:W3CDTF">2026-04-21T05:37:02Z</dcterms:modified>
</cp:coreProperties>
</file>